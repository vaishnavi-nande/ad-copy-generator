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73152" cy="23774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73152" cy="2377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BIZLEAP TECHNOLOGIES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Ad Copy Generator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Simulated Publisher Hub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Review &amp; Core Feature Implementation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BizLeap Technologies | AI Copywriter &amp; Publisher Project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Challenge &amp; Integrated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visual copy generation with offline publishing simulations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COPYWRITING BOTTLENECK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Siloed Tools: Copywriters toggle between copy generators and visual mockup tools.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Barriers: Live platform integrations (Meta/Google) require costly developer keys.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Visual Context: Traditional copy tools generate text without real-time ad layout previews.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INTEGRATED WORKSPACE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Mockup Preview: Instantly renders copy across Facebook, Instagram, LinkedIn, and Google Ads.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Publishing Simulation: Simulates publishing queue states (Asset Check, Bidding, Active) locally.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Export Engine: Direct download of campaign reports (PDF), high-res mockups (PNG), and structured data (JSON).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BizLeap Technologies | AI Copywriter &amp; Publisher Project Review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Data Flows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Node backend powering client-side document compilers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3200400"/>
          </a:xfrm>
          <a:prstGeom prst="roundRect">
            <a:avLst>
              <a:gd name="adj" fmla="val 1429"/>
            </a:avLst>
          </a:prstGeom>
          <a:solidFill>
            <a:srgbClr val="F8FAFC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WORKSPACE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UI Engine: Interactive DOM input forms and real-time social ad previews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Lucide Icons: Integrated vector icon set for premium visual markers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Compilers: html2canvas for mockups &amp; jsPDF for PDF reports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3200400"/>
          </a:xfrm>
          <a:prstGeom prst="roundRect">
            <a:avLst>
              <a:gd name="adj" fmla="val 1429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&amp; PERSISTENCE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 API: Lightweight Node.js server handling REST routing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Places Proxy: Secure Google Places API integration for storefront photos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Storage: Local db.json database with browser localStorage fallback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BizLeap Technologies | AI Copywriter &amp; Publisher Project Review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Multi-Platform Copywriter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rule-based matrices catering to specific network bounds &amp; tones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CHAR BOUNDS &amp; LAYOUT DESIGNS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Facebook: Primary text, bold headline, link mockup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Instagram: Visual focus, caption, hashtags, bio link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Ads: Text limits (30-char headline, 90-char desc)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LinkedIn: Professional tone, B2B hooks, company details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 TONE FORMULATIONS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Professional: Focuses on trust markers and industry authority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Friendly: Casual, community-oriented language with emojis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Promotional: Urgent call-to-actions, discounts, and hooks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Luxury: High-end vocabulary, exclusive consulting focus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BizLeap Technologies | AI Copywriter &amp; Publisher Project Review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Business Image Search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storefront lookup pipeline with multi-stage offline presets fallback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1: GOOGLE PLACES API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 proxy queries text search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Retrieves official storefront photos without exposing keys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Returns up to 5 real images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3756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2: BRAND PROFILES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6459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brand dictionary lookup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Triggers for major brands (Zudio, Lenskart, Domino's)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Maps verified Unsplash brand photos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3: CATEGORY FALLBACK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6459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Industry fallback logic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Maps to Real Estate, F&amp;B, IT, Healthcare, or Retail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Serves curated placeholder images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BizLeap Technologies | AI Copywriter &amp; Publisher Project Review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 DB Schema &amp; Analytics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status properties and dynamic metric aggregators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 JSON SCHEMA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status: tracks campaign state in database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scheduled_time: future launch timestamp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selected_image_url: image path mapped in history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mock_metrics: impressions, clicks, CTR, and spend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STATS FILTERS &amp; AGGREGATOR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Exclude Drafts: Aggregations ignore draft &amp; scheduled ads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Math: Calculates impressions, CTR, and spend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API: PATCH endpoint updates status directly in db.json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BizLeap Technologies | AI Copywriter &amp; Publisher Project Review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Ad Previews &amp; Selector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social network mockup feeds with dynamic image swappers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 SOCIAL FRAMING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Facebook: Sponsored badge, page logo, like/comment actions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Instagram: 1:1 square image, profile header, interactive icons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LinkedIn: B2B layout, company URL, custom CTA button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Search: Text header, URL breadcrumbs, description block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CREATIVE SWAPPER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 Grid: Displays 5 storefront thumbnail options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Indicators: Visual border outline and loader skeletons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Swap: Clicking thumbnail updates DOM preview &amp; saved URL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BizLeap Technologies | AI Copywriter &amp; Publisher Project Review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 Exporters &amp; Document Compilers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local asset capture and report compilation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PNG MOCKUP SCREENSHOT CAPTURER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Canvas Capture: Uses html2canvas for DOM mockup capture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CORS Proxy: Resolves image assets to prevent canvas taint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Export Format: Downloads high-res PNG of active mockups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PDF REPORT GENERATOR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 Compiler: Generates client-side PDF via jsPDF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Embed: Renders active mockup snapshot inside report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Layout Content: Formats metadata, ad copies, and metrics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BizLeap Technologies | AI Copywriter &amp; Publisher Project Review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05840"/>
            <a:ext cx="804672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Simulated Publishing Hub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full-fledged local workspace simulation of campaigns 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468880" cy="320040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QUEUE (SIM)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Ticking simulation updates campaign status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Steps: Policy (25%) ➔ Bidding (50%) ➔ Media (75%) ➔ Live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Updates status to 'published' in database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468880" cy="320040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CALENDAR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73736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Stores campaigns with future dates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Countdown tracker displays time remaining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Actions: Launch Now override or Cancel Schedule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468880" cy="320040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 DRAFTS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73736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drafts container for incomplete campaigns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Resume Draft: Restores all form inputs to editor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editing and deleting draft items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BizLeap Technologies | AI Copywriter &amp; Publisher Project Review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73152" cy="23774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73152" cy="2377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PRODUCTION SCALING 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 for Enterprise Integration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Supabase Migration: Move from local db.json to PostgreSQL for multi-user agency scaling.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Gemini API: Connect frontend inputs to direct backend routes with official Gemini API keys.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OAuth Login: Integrate Google and Microsoft OAuth logins for secure multi-tenant profiles.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Scheduler: Connect Cron workers to automatically push finalized campaigns to live ad managers.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BizLeap Technologies | AI Copywriter &amp; Publisher Project Review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2026-06-10T05:29:45Z</dcterms:created>
  <dcterms:modified xsi:type="dcterms:W3CDTF">2026-06-10T05:29:45Z</dcterms:modified>
</cp:coreProperties>
</file>